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Archivo Black" panose="020B0604020202020204" charset="0"/>
      <p:regular r:id="rId17"/>
    </p:embeddedFont>
    <p:embeddedFont>
      <p:font typeface="Baloo" panose="020B0604020202020204" charset="0"/>
      <p:regular r:id="rId18"/>
    </p:embeddedFont>
    <p:embeddedFont>
      <p:font typeface="DM Serif Display" pitchFamily="2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74" y="2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svg"/><Relationship Id="rId5" Type="http://schemas.openxmlformats.org/officeDocument/2006/relationships/image" Target="../media/image4.sv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svg"/><Relationship Id="rId5" Type="http://schemas.openxmlformats.org/officeDocument/2006/relationships/image" Target="../media/image4.sv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svg"/><Relationship Id="rId5" Type="http://schemas.openxmlformats.org/officeDocument/2006/relationships/image" Target="../media/image4.sv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svg"/><Relationship Id="rId5" Type="http://schemas.openxmlformats.org/officeDocument/2006/relationships/image" Target="../media/image4.sv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svg"/><Relationship Id="rId5" Type="http://schemas.openxmlformats.org/officeDocument/2006/relationships/image" Target="../media/image4.sv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svg"/><Relationship Id="rId5" Type="http://schemas.openxmlformats.org/officeDocument/2006/relationships/image" Target="../media/image4.sv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svg"/><Relationship Id="rId5" Type="http://schemas.openxmlformats.org/officeDocument/2006/relationships/image" Target="../media/image4.sv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svg"/><Relationship Id="rId5" Type="http://schemas.openxmlformats.org/officeDocument/2006/relationships/image" Target="../media/image4.sv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svg"/><Relationship Id="rId5" Type="http://schemas.openxmlformats.org/officeDocument/2006/relationships/image" Target="../media/image4.sv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0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svg"/><Relationship Id="rId5" Type="http://schemas.openxmlformats.org/officeDocument/2006/relationships/image" Target="../media/image4.sv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0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svg"/><Relationship Id="rId5" Type="http://schemas.openxmlformats.org/officeDocument/2006/relationships/image" Target="../media/image4.sv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0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svg"/><Relationship Id="rId5" Type="http://schemas.openxmlformats.org/officeDocument/2006/relationships/image" Target="../media/image4.sv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0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svg"/><Relationship Id="rId5" Type="http://schemas.openxmlformats.org/officeDocument/2006/relationships/image" Target="../media/image4.sv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0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E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2501993" y="8856325"/>
            <a:ext cx="1458698" cy="4135485"/>
          </a:xfrm>
          <a:custGeom>
            <a:avLst/>
            <a:gdLst/>
            <a:ahLst/>
            <a:cxnLst/>
            <a:rect l="l" t="t" r="r" b="b"/>
            <a:pathLst>
              <a:path w="1458698" h="4135485">
                <a:moveTo>
                  <a:pt x="1458698" y="0"/>
                </a:moveTo>
                <a:lnTo>
                  <a:pt x="0" y="0"/>
                </a:lnTo>
                <a:lnTo>
                  <a:pt x="0" y="4135484"/>
                </a:lnTo>
                <a:lnTo>
                  <a:pt x="1458698" y="4135484"/>
                </a:lnTo>
                <a:lnTo>
                  <a:pt x="145869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166918" y="8065692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3" y="0"/>
                </a:lnTo>
                <a:lnTo>
                  <a:pt x="346391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702591" flipV="1">
            <a:off x="-2417166" y="5963280"/>
            <a:ext cx="3549007" cy="3255080"/>
          </a:xfrm>
          <a:custGeom>
            <a:avLst/>
            <a:gdLst/>
            <a:ahLst/>
            <a:cxnLst/>
            <a:rect l="l" t="t" r="r" b="b"/>
            <a:pathLst>
              <a:path w="3549007" h="3255080">
                <a:moveTo>
                  <a:pt x="0" y="3255080"/>
                </a:moveTo>
                <a:lnTo>
                  <a:pt x="3549007" y="3255080"/>
                </a:lnTo>
                <a:lnTo>
                  <a:pt x="3549007" y="0"/>
                </a:lnTo>
                <a:lnTo>
                  <a:pt x="0" y="0"/>
                </a:lnTo>
                <a:lnTo>
                  <a:pt x="0" y="325508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68689" y="-1352055"/>
            <a:ext cx="2366010" cy="4114800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5018448">
            <a:off x="13099502" y="-2438006"/>
            <a:ext cx="4683794" cy="4114800"/>
          </a:xfrm>
          <a:custGeom>
            <a:avLst/>
            <a:gdLst/>
            <a:ahLst/>
            <a:cxnLst/>
            <a:rect l="l" t="t" r="r" b="b"/>
            <a:pathLst>
              <a:path w="4683794" h="4114800">
                <a:moveTo>
                  <a:pt x="0" y="0"/>
                </a:moveTo>
                <a:lnTo>
                  <a:pt x="4683795" y="0"/>
                </a:lnTo>
                <a:lnTo>
                  <a:pt x="46837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642663" y="1731890"/>
            <a:ext cx="19581159" cy="3464951"/>
            <a:chOff x="0" y="0"/>
            <a:chExt cx="26108212" cy="4619934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6108212" cy="4619934"/>
              <a:chOff x="0" y="0"/>
              <a:chExt cx="5157178" cy="91258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157177" cy="912580"/>
              </a:xfrm>
              <a:custGeom>
                <a:avLst/>
                <a:gdLst/>
                <a:ahLst/>
                <a:cxnLst/>
                <a:rect l="l" t="t" r="r" b="b"/>
                <a:pathLst>
                  <a:path w="5157177" h="912580">
                    <a:moveTo>
                      <a:pt x="0" y="0"/>
                    </a:moveTo>
                    <a:lnTo>
                      <a:pt x="5157177" y="0"/>
                    </a:lnTo>
                    <a:lnTo>
                      <a:pt x="5157177" y="912580"/>
                    </a:lnTo>
                    <a:lnTo>
                      <a:pt x="0" y="912580"/>
                    </a:lnTo>
                    <a:close/>
                  </a:path>
                </a:pathLst>
              </a:custGeom>
              <a:solidFill>
                <a:srgbClr val="F1B6B0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5157178" cy="95068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862107" y="807564"/>
              <a:ext cx="24384000" cy="19663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480"/>
                </a:lnSpc>
              </a:pPr>
              <a:r>
                <a:rPr lang="en-US" sz="8200" dirty="0">
                  <a:solidFill>
                    <a:srgbClr val="423734"/>
                  </a:solidFill>
                  <a:latin typeface="Baloo"/>
                  <a:ea typeface="Baloo"/>
                  <a:cs typeface="Baloo"/>
                  <a:sym typeface="Baloo"/>
                </a:rPr>
                <a:t>Plant disease segmentation project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499480" y="5476825"/>
            <a:ext cx="15452214" cy="1612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56"/>
              </a:lnSpc>
            </a:pPr>
            <a:r>
              <a:rPr lang="en-US" sz="4826" dirty="0">
                <a:solidFill>
                  <a:srgbClr val="423734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Contributors:</a:t>
            </a:r>
          </a:p>
          <a:p>
            <a:pPr algn="ctr">
              <a:lnSpc>
                <a:spcPts val="6056"/>
              </a:lnSpc>
            </a:pPr>
            <a:r>
              <a:rPr lang="en-US" sz="4326" dirty="0">
                <a:solidFill>
                  <a:srgbClr val="423734"/>
                </a:solidFill>
                <a:latin typeface="Archivo Black"/>
                <a:ea typeface="Archivo Black"/>
                <a:cs typeface="Archivo Black"/>
                <a:sym typeface="Archivo Black"/>
              </a:rPr>
              <a:t>MD </a:t>
            </a:r>
            <a:r>
              <a:rPr lang="en-US" sz="4326">
                <a:solidFill>
                  <a:srgbClr val="423734"/>
                </a:solidFill>
                <a:latin typeface="Archivo Black"/>
                <a:ea typeface="Archivo Black"/>
                <a:cs typeface="Archivo Black"/>
                <a:sym typeface="Archivo Black"/>
              </a:rPr>
              <a:t>Mustafizur Rahman</a:t>
            </a:r>
            <a:endParaRPr lang="en-US" sz="4326" dirty="0">
              <a:solidFill>
                <a:srgbClr val="42373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E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2045275" y="6773619"/>
            <a:ext cx="1458698" cy="4135485"/>
          </a:xfrm>
          <a:custGeom>
            <a:avLst/>
            <a:gdLst/>
            <a:ahLst/>
            <a:cxnLst/>
            <a:rect l="l" t="t" r="r" b="b"/>
            <a:pathLst>
              <a:path w="1458698" h="4135485">
                <a:moveTo>
                  <a:pt x="1458699" y="0"/>
                </a:moveTo>
                <a:lnTo>
                  <a:pt x="0" y="0"/>
                </a:lnTo>
                <a:lnTo>
                  <a:pt x="0" y="4135485"/>
                </a:lnTo>
                <a:lnTo>
                  <a:pt x="1458699" y="4135485"/>
                </a:lnTo>
                <a:lnTo>
                  <a:pt x="14586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905937" y="7200900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503731" y="4272047"/>
            <a:ext cx="3549007" cy="3255080"/>
          </a:xfrm>
          <a:custGeom>
            <a:avLst/>
            <a:gdLst/>
            <a:ahLst/>
            <a:cxnLst/>
            <a:rect l="l" t="t" r="r" b="b"/>
            <a:pathLst>
              <a:path w="3549007" h="3255080">
                <a:moveTo>
                  <a:pt x="0" y="0"/>
                </a:moveTo>
                <a:lnTo>
                  <a:pt x="3549006" y="0"/>
                </a:lnTo>
                <a:lnTo>
                  <a:pt x="3549006" y="3255080"/>
                </a:lnTo>
                <a:lnTo>
                  <a:pt x="0" y="32550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341897" y="-197916"/>
            <a:ext cx="4683794" cy="4114800"/>
          </a:xfrm>
          <a:custGeom>
            <a:avLst/>
            <a:gdLst/>
            <a:ahLst/>
            <a:cxnLst/>
            <a:rect l="l" t="t" r="r" b="b"/>
            <a:pathLst>
              <a:path w="4683794" h="4114800">
                <a:moveTo>
                  <a:pt x="0" y="0"/>
                </a:moveTo>
                <a:lnTo>
                  <a:pt x="4683794" y="0"/>
                </a:lnTo>
                <a:lnTo>
                  <a:pt x="46837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81695" y="-1394081"/>
            <a:ext cx="2366010" cy="4114800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543672" y="2720719"/>
            <a:ext cx="12177721" cy="7291410"/>
          </a:xfrm>
          <a:custGeom>
            <a:avLst/>
            <a:gdLst/>
            <a:ahLst/>
            <a:cxnLst/>
            <a:rect l="l" t="t" r="r" b="b"/>
            <a:pathLst>
              <a:path w="12177721" h="7291410">
                <a:moveTo>
                  <a:pt x="0" y="0"/>
                </a:moveTo>
                <a:lnTo>
                  <a:pt x="12177721" y="0"/>
                </a:lnTo>
                <a:lnTo>
                  <a:pt x="12177721" y="7291411"/>
                </a:lnTo>
                <a:lnTo>
                  <a:pt x="0" y="72914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543672" y="42802"/>
            <a:ext cx="12217419" cy="1816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42"/>
              </a:lnSpc>
            </a:pPr>
            <a:r>
              <a:rPr lang="en-US" sz="10602">
                <a:solidFill>
                  <a:srgbClr val="4237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Model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E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2045275" y="7271633"/>
            <a:ext cx="1458698" cy="4135485"/>
          </a:xfrm>
          <a:custGeom>
            <a:avLst/>
            <a:gdLst/>
            <a:ahLst/>
            <a:cxnLst/>
            <a:rect l="l" t="t" r="r" b="b"/>
            <a:pathLst>
              <a:path w="1458698" h="4135485">
                <a:moveTo>
                  <a:pt x="1458699" y="0"/>
                </a:moveTo>
                <a:lnTo>
                  <a:pt x="0" y="0"/>
                </a:lnTo>
                <a:lnTo>
                  <a:pt x="0" y="4135485"/>
                </a:lnTo>
                <a:lnTo>
                  <a:pt x="1458699" y="4135485"/>
                </a:lnTo>
                <a:lnTo>
                  <a:pt x="14586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905937" y="7200900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503731" y="4272047"/>
            <a:ext cx="3549007" cy="3255080"/>
          </a:xfrm>
          <a:custGeom>
            <a:avLst/>
            <a:gdLst/>
            <a:ahLst/>
            <a:cxnLst/>
            <a:rect l="l" t="t" r="r" b="b"/>
            <a:pathLst>
              <a:path w="3549007" h="3255080">
                <a:moveTo>
                  <a:pt x="0" y="0"/>
                </a:moveTo>
                <a:lnTo>
                  <a:pt x="3549006" y="0"/>
                </a:lnTo>
                <a:lnTo>
                  <a:pt x="3549006" y="3255080"/>
                </a:lnTo>
                <a:lnTo>
                  <a:pt x="0" y="32550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341897" y="-197916"/>
            <a:ext cx="4683794" cy="4114800"/>
          </a:xfrm>
          <a:custGeom>
            <a:avLst/>
            <a:gdLst/>
            <a:ahLst/>
            <a:cxnLst/>
            <a:rect l="l" t="t" r="r" b="b"/>
            <a:pathLst>
              <a:path w="4683794" h="4114800">
                <a:moveTo>
                  <a:pt x="0" y="0"/>
                </a:moveTo>
                <a:lnTo>
                  <a:pt x="4683794" y="0"/>
                </a:lnTo>
                <a:lnTo>
                  <a:pt x="46837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81695" y="-1394081"/>
            <a:ext cx="2366010" cy="4114800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149187" y="453769"/>
            <a:ext cx="12177721" cy="1816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42"/>
              </a:lnSpc>
            </a:pPr>
            <a:r>
              <a:rPr lang="en-US" sz="10602">
                <a:solidFill>
                  <a:srgbClr val="4237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Evaluation Results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76234" y="2920117"/>
            <a:ext cx="15411766" cy="4351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02"/>
              </a:lnSpc>
              <a:spcBef>
                <a:spcPct val="0"/>
              </a:spcBef>
            </a:pPr>
            <a:r>
              <a:rPr lang="en-US" sz="4930">
                <a:solidFill>
                  <a:srgbClr val="4237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Train mIoU: 0.5937, Dice: 0.7034, Accuracy: 0.9288</a:t>
            </a:r>
          </a:p>
          <a:p>
            <a:pPr algn="l">
              <a:lnSpc>
                <a:spcPts val="6902"/>
              </a:lnSpc>
              <a:spcBef>
                <a:spcPct val="0"/>
              </a:spcBef>
            </a:pPr>
            <a:r>
              <a:rPr lang="en-US" sz="4930">
                <a:solidFill>
                  <a:srgbClr val="4237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</a:p>
          <a:p>
            <a:pPr algn="l">
              <a:lnSpc>
                <a:spcPts val="6902"/>
              </a:lnSpc>
              <a:spcBef>
                <a:spcPct val="0"/>
              </a:spcBef>
            </a:pPr>
            <a:r>
              <a:rPr lang="en-US" sz="4930">
                <a:solidFill>
                  <a:srgbClr val="4237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Validation mIoU: 0.4698, Dice: 0.5881, Accuracy: 0.8751</a:t>
            </a:r>
          </a:p>
          <a:p>
            <a:pPr algn="l">
              <a:lnSpc>
                <a:spcPts val="6902"/>
              </a:lnSpc>
              <a:spcBef>
                <a:spcPct val="0"/>
              </a:spcBef>
            </a:pPr>
            <a:r>
              <a:rPr lang="en-US" sz="4930">
                <a:solidFill>
                  <a:srgbClr val="4237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</a:p>
          <a:p>
            <a:pPr algn="l">
              <a:lnSpc>
                <a:spcPts val="6902"/>
              </a:lnSpc>
              <a:spcBef>
                <a:spcPct val="0"/>
              </a:spcBef>
            </a:pPr>
            <a:r>
              <a:rPr lang="en-US" sz="4930">
                <a:solidFill>
                  <a:srgbClr val="4237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Test mIoU: 0.4757, Dice: 0.5923, Accuracy: 0.8726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E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2045275" y="6773619"/>
            <a:ext cx="1458698" cy="4135485"/>
          </a:xfrm>
          <a:custGeom>
            <a:avLst/>
            <a:gdLst/>
            <a:ahLst/>
            <a:cxnLst/>
            <a:rect l="l" t="t" r="r" b="b"/>
            <a:pathLst>
              <a:path w="1458698" h="4135485">
                <a:moveTo>
                  <a:pt x="1458699" y="0"/>
                </a:moveTo>
                <a:lnTo>
                  <a:pt x="0" y="0"/>
                </a:lnTo>
                <a:lnTo>
                  <a:pt x="0" y="4135485"/>
                </a:lnTo>
                <a:lnTo>
                  <a:pt x="1458699" y="4135485"/>
                </a:lnTo>
                <a:lnTo>
                  <a:pt x="14586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905937" y="7200900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503731" y="4272047"/>
            <a:ext cx="3549007" cy="3255080"/>
          </a:xfrm>
          <a:custGeom>
            <a:avLst/>
            <a:gdLst/>
            <a:ahLst/>
            <a:cxnLst/>
            <a:rect l="l" t="t" r="r" b="b"/>
            <a:pathLst>
              <a:path w="3549007" h="3255080">
                <a:moveTo>
                  <a:pt x="0" y="0"/>
                </a:moveTo>
                <a:lnTo>
                  <a:pt x="3549006" y="0"/>
                </a:lnTo>
                <a:lnTo>
                  <a:pt x="3549006" y="3255080"/>
                </a:lnTo>
                <a:lnTo>
                  <a:pt x="0" y="32550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341897" y="-197916"/>
            <a:ext cx="4683794" cy="4114800"/>
          </a:xfrm>
          <a:custGeom>
            <a:avLst/>
            <a:gdLst/>
            <a:ahLst/>
            <a:cxnLst/>
            <a:rect l="l" t="t" r="r" b="b"/>
            <a:pathLst>
              <a:path w="4683794" h="4114800">
                <a:moveTo>
                  <a:pt x="0" y="0"/>
                </a:moveTo>
                <a:lnTo>
                  <a:pt x="4683794" y="0"/>
                </a:lnTo>
                <a:lnTo>
                  <a:pt x="46837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81695" y="-1394081"/>
            <a:ext cx="2366010" cy="4114800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865085" y="3916884"/>
            <a:ext cx="12999615" cy="5281094"/>
          </a:xfrm>
          <a:custGeom>
            <a:avLst/>
            <a:gdLst/>
            <a:ahLst/>
            <a:cxnLst/>
            <a:rect l="l" t="t" r="r" b="b"/>
            <a:pathLst>
              <a:path w="12999615" h="5281094">
                <a:moveTo>
                  <a:pt x="0" y="0"/>
                </a:moveTo>
                <a:lnTo>
                  <a:pt x="12999615" y="0"/>
                </a:lnTo>
                <a:lnTo>
                  <a:pt x="12999615" y="5281094"/>
                </a:lnTo>
                <a:lnTo>
                  <a:pt x="0" y="528109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865085" y="501394"/>
            <a:ext cx="12044688" cy="2884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23"/>
              </a:lnSpc>
            </a:pPr>
            <a:r>
              <a:rPr lang="en-US" sz="8302">
                <a:solidFill>
                  <a:srgbClr val="4237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Good segmentation examples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E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2045275" y="6773619"/>
            <a:ext cx="1458698" cy="4135485"/>
          </a:xfrm>
          <a:custGeom>
            <a:avLst/>
            <a:gdLst/>
            <a:ahLst/>
            <a:cxnLst/>
            <a:rect l="l" t="t" r="r" b="b"/>
            <a:pathLst>
              <a:path w="1458698" h="4135485">
                <a:moveTo>
                  <a:pt x="1458699" y="0"/>
                </a:moveTo>
                <a:lnTo>
                  <a:pt x="0" y="0"/>
                </a:lnTo>
                <a:lnTo>
                  <a:pt x="0" y="4135485"/>
                </a:lnTo>
                <a:lnTo>
                  <a:pt x="1458699" y="4135485"/>
                </a:lnTo>
                <a:lnTo>
                  <a:pt x="14586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905937" y="7200900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503731" y="4272047"/>
            <a:ext cx="3549007" cy="3255080"/>
          </a:xfrm>
          <a:custGeom>
            <a:avLst/>
            <a:gdLst/>
            <a:ahLst/>
            <a:cxnLst/>
            <a:rect l="l" t="t" r="r" b="b"/>
            <a:pathLst>
              <a:path w="3549007" h="3255080">
                <a:moveTo>
                  <a:pt x="0" y="0"/>
                </a:moveTo>
                <a:lnTo>
                  <a:pt x="3549006" y="0"/>
                </a:lnTo>
                <a:lnTo>
                  <a:pt x="3549006" y="3255080"/>
                </a:lnTo>
                <a:lnTo>
                  <a:pt x="0" y="32550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341897" y="-197916"/>
            <a:ext cx="4683794" cy="4114800"/>
          </a:xfrm>
          <a:custGeom>
            <a:avLst/>
            <a:gdLst/>
            <a:ahLst/>
            <a:cxnLst/>
            <a:rect l="l" t="t" r="r" b="b"/>
            <a:pathLst>
              <a:path w="4683794" h="4114800">
                <a:moveTo>
                  <a:pt x="0" y="0"/>
                </a:moveTo>
                <a:lnTo>
                  <a:pt x="4683794" y="0"/>
                </a:lnTo>
                <a:lnTo>
                  <a:pt x="46837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81695" y="-1394081"/>
            <a:ext cx="2366010" cy="4114800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865085" y="4546883"/>
            <a:ext cx="12398465" cy="4711417"/>
          </a:xfrm>
          <a:custGeom>
            <a:avLst/>
            <a:gdLst/>
            <a:ahLst/>
            <a:cxnLst/>
            <a:rect l="l" t="t" r="r" b="b"/>
            <a:pathLst>
              <a:path w="12398465" h="4711417">
                <a:moveTo>
                  <a:pt x="0" y="0"/>
                </a:moveTo>
                <a:lnTo>
                  <a:pt x="12398465" y="0"/>
                </a:lnTo>
                <a:lnTo>
                  <a:pt x="12398465" y="4711417"/>
                </a:lnTo>
                <a:lnTo>
                  <a:pt x="0" y="471141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865085" y="501394"/>
            <a:ext cx="12044688" cy="2884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23"/>
              </a:lnSpc>
            </a:pPr>
            <a:r>
              <a:rPr lang="en-US" sz="8302">
                <a:solidFill>
                  <a:srgbClr val="4237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Good segmentation examples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E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2045275" y="6773619"/>
            <a:ext cx="1458698" cy="4135485"/>
          </a:xfrm>
          <a:custGeom>
            <a:avLst/>
            <a:gdLst/>
            <a:ahLst/>
            <a:cxnLst/>
            <a:rect l="l" t="t" r="r" b="b"/>
            <a:pathLst>
              <a:path w="1458698" h="4135485">
                <a:moveTo>
                  <a:pt x="1458699" y="0"/>
                </a:moveTo>
                <a:lnTo>
                  <a:pt x="0" y="0"/>
                </a:lnTo>
                <a:lnTo>
                  <a:pt x="0" y="4135485"/>
                </a:lnTo>
                <a:lnTo>
                  <a:pt x="1458699" y="4135485"/>
                </a:lnTo>
                <a:lnTo>
                  <a:pt x="14586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905937" y="7200900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503731" y="4272047"/>
            <a:ext cx="3549007" cy="3255080"/>
          </a:xfrm>
          <a:custGeom>
            <a:avLst/>
            <a:gdLst/>
            <a:ahLst/>
            <a:cxnLst/>
            <a:rect l="l" t="t" r="r" b="b"/>
            <a:pathLst>
              <a:path w="3549007" h="3255080">
                <a:moveTo>
                  <a:pt x="0" y="0"/>
                </a:moveTo>
                <a:lnTo>
                  <a:pt x="3549006" y="0"/>
                </a:lnTo>
                <a:lnTo>
                  <a:pt x="3549006" y="3255080"/>
                </a:lnTo>
                <a:lnTo>
                  <a:pt x="0" y="32550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341897" y="-197916"/>
            <a:ext cx="4683794" cy="4114800"/>
          </a:xfrm>
          <a:custGeom>
            <a:avLst/>
            <a:gdLst/>
            <a:ahLst/>
            <a:cxnLst/>
            <a:rect l="l" t="t" r="r" b="b"/>
            <a:pathLst>
              <a:path w="4683794" h="4114800">
                <a:moveTo>
                  <a:pt x="0" y="0"/>
                </a:moveTo>
                <a:lnTo>
                  <a:pt x="4683794" y="0"/>
                </a:lnTo>
                <a:lnTo>
                  <a:pt x="46837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81695" y="-1394081"/>
            <a:ext cx="2366010" cy="4114800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865085" y="4679307"/>
            <a:ext cx="11301259" cy="5043187"/>
          </a:xfrm>
          <a:custGeom>
            <a:avLst/>
            <a:gdLst/>
            <a:ahLst/>
            <a:cxnLst/>
            <a:rect l="l" t="t" r="r" b="b"/>
            <a:pathLst>
              <a:path w="11301259" h="5043187">
                <a:moveTo>
                  <a:pt x="0" y="0"/>
                </a:moveTo>
                <a:lnTo>
                  <a:pt x="11301259" y="0"/>
                </a:lnTo>
                <a:lnTo>
                  <a:pt x="11301259" y="5043186"/>
                </a:lnTo>
                <a:lnTo>
                  <a:pt x="0" y="504318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865085" y="501394"/>
            <a:ext cx="12044688" cy="2884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23"/>
              </a:lnSpc>
            </a:pPr>
            <a:r>
              <a:rPr lang="en-US" sz="8302">
                <a:solidFill>
                  <a:srgbClr val="4237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Good segmentation examples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E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2045275" y="6773619"/>
            <a:ext cx="1458698" cy="4135485"/>
          </a:xfrm>
          <a:custGeom>
            <a:avLst/>
            <a:gdLst/>
            <a:ahLst/>
            <a:cxnLst/>
            <a:rect l="l" t="t" r="r" b="b"/>
            <a:pathLst>
              <a:path w="1458698" h="4135485">
                <a:moveTo>
                  <a:pt x="1458699" y="0"/>
                </a:moveTo>
                <a:lnTo>
                  <a:pt x="0" y="0"/>
                </a:lnTo>
                <a:lnTo>
                  <a:pt x="0" y="4135485"/>
                </a:lnTo>
                <a:lnTo>
                  <a:pt x="1458699" y="4135485"/>
                </a:lnTo>
                <a:lnTo>
                  <a:pt x="14586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905937" y="7200900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503731" y="4272047"/>
            <a:ext cx="3549007" cy="3255080"/>
          </a:xfrm>
          <a:custGeom>
            <a:avLst/>
            <a:gdLst/>
            <a:ahLst/>
            <a:cxnLst/>
            <a:rect l="l" t="t" r="r" b="b"/>
            <a:pathLst>
              <a:path w="3549007" h="3255080">
                <a:moveTo>
                  <a:pt x="0" y="0"/>
                </a:moveTo>
                <a:lnTo>
                  <a:pt x="3549006" y="0"/>
                </a:lnTo>
                <a:lnTo>
                  <a:pt x="3549006" y="3255080"/>
                </a:lnTo>
                <a:lnTo>
                  <a:pt x="0" y="32550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341897" y="-197916"/>
            <a:ext cx="4683794" cy="4114800"/>
          </a:xfrm>
          <a:custGeom>
            <a:avLst/>
            <a:gdLst/>
            <a:ahLst/>
            <a:cxnLst/>
            <a:rect l="l" t="t" r="r" b="b"/>
            <a:pathLst>
              <a:path w="4683794" h="4114800">
                <a:moveTo>
                  <a:pt x="0" y="0"/>
                </a:moveTo>
                <a:lnTo>
                  <a:pt x="4683794" y="0"/>
                </a:lnTo>
                <a:lnTo>
                  <a:pt x="46837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81695" y="-1394081"/>
            <a:ext cx="2366010" cy="4114800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002275" y="3920641"/>
            <a:ext cx="14045430" cy="5705956"/>
          </a:xfrm>
          <a:custGeom>
            <a:avLst/>
            <a:gdLst/>
            <a:ahLst/>
            <a:cxnLst/>
            <a:rect l="l" t="t" r="r" b="b"/>
            <a:pathLst>
              <a:path w="14045430" h="5705956">
                <a:moveTo>
                  <a:pt x="0" y="0"/>
                </a:moveTo>
                <a:lnTo>
                  <a:pt x="14045430" y="0"/>
                </a:lnTo>
                <a:lnTo>
                  <a:pt x="14045430" y="5705956"/>
                </a:lnTo>
                <a:lnTo>
                  <a:pt x="0" y="570595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002275" y="-2943"/>
            <a:ext cx="12044688" cy="3524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143"/>
              </a:lnSpc>
            </a:pPr>
            <a:r>
              <a:rPr lang="en-US" sz="10102">
                <a:solidFill>
                  <a:srgbClr val="4237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Bad segmentation example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E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2045275" y="6773619"/>
            <a:ext cx="1458698" cy="4135485"/>
          </a:xfrm>
          <a:custGeom>
            <a:avLst/>
            <a:gdLst/>
            <a:ahLst/>
            <a:cxnLst/>
            <a:rect l="l" t="t" r="r" b="b"/>
            <a:pathLst>
              <a:path w="1458698" h="4135485">
                <a:moveTo>
                  <a:pt x="1458699" y="0"/>
                </a:moveTo>
                <a:lnTo>
                  <a:pt x="0" y="0"/>
                </a:lnTo>
                <a:lnTo>
                  <a:pt x="0" y="4135485"/>
                </a:lnTo>
                <a:lnTo>
                  <a:pt x="1458699" y="4135485"/>
                </a:lnTo>
                <a:lnTo>
                  <a:pt x="14586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905937" y="7200900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503731" y="4272047"/>
            <a:ext cx="3549007" cy="3255080"/>
          </a:xfrm>
          <a:custGeom>
            <a:avLst/>
            <a:gdLst/>
            <a:ahLst/>
            <a:cxnLst/>
            <a:rect l="l" t="t" r="r" b="b"/>
            <a:pathLst>
              <a:path w="3549007" h="3255080">
                <a:moveTo>
                  <a:pt x="0" y="0"/>
                </a:moveTo>
                <a:lnTo>
                  <a:pt x="3549006" y="0"/>
                </a:lnTo>
                <a:lnTo>
                  <a:pt x="3549006" y="3255080"/>
                </a:lnTo>
                <a:lnTo>
                  <a:pt x="0" y="32550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341897" y="-197916"/>
            <a:ext cx="4683794" cy="4114800"/>
          </a:xfrm>
          <a:custGeom>
            <a:avLst/>
            <a:gdLst/>
            <a:ahLst/>
            <a:cxnLst/>
            <a:rect l="l" t="t" r="r" b="b"/>
            <a:pathLst>
              <a:path w="4683794" h="4114800">
                <a:moveTo>
                  <a:pt x="0" y="0"/>
                </a:moveTo>
                <a:lnTo>
                  <a:pt x="4683794" y="0"/>
                </a:lnTo>
                <a:lnTo>
                  <a:pt x="46837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81695" y="-1394081"/>
            <a:ext cx="2366010" cy="4114800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927724" y="3916884"/>
            <a:ext cx="13883144" cy="4999578"/>
          </a:xfrm>
          <a:custGeom>
            <a:avLst/>
            <a:gdLst/>
            <a:ahLst/>
            <a:cxnLst/>
            <a:rect l="l" t="t" r="r" b="b"/>
            <a:pathLst>
              <a:path w="13883144" h="4999578">
                <a:moveTo>
                  <a:pt x="0" y="0"/>
                </a:moveTo>
                <a:lnTo>
                  <a:pt x="13883144" y="0"/>
                </a:lnTo>
                <a:lnTo>
                  <a:pt x="13883144" y="4999578"/>
                </a:lnTo>
                <a:lnTo>
                  <a:pt x="0" y="499957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t="-16837" r="-4211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002275" y="-2943"/>
            <a:ext cx="12044688" cy="3524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143"/>
              </a:lnSpc>
            </a:pPr>
            <a:r>
              <a:rPr lang="en-US" sz="10102">
                <a:solidFill>
                  <a:srgbClr val="4237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Bad segmentation example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E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2045275" y="6773619"/>
            <a:ext cx="1458698" cy="4135485"/>
          </a:xfrm>
          <a:custGeom>
            <a:avLst/>
            <a:gdLst/>
            <a:ahLst/>
            <a:cxnLst/>
            <a:rect l="l" t="t" r="r" b="b"/>
            <a:pathLst>
              <a:path w="1458698" h="4135485">
                <a:moveTo>
                  <a:pt x="1458699" y="0"/>
                </a:moveTo>
                <a:lnTo>
                  <a:pt x="0" y="0"/>
                </a:lnTo>
                <a:lnTo>
                  <a:pt x="0" y="4135485"/>
                </a:lnTo>
                <a:lnTo>
                  <a:pt x="1458699" y="4135485"/>
                </a:lnTo>
                <a:lnTo>
                  <a:pt x="14586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905937" y="7200900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503731" y="4272047"/>
            <a:ext cx="3549007" cy="3255080"/>
          </a:xfrm>
          <a:custGeom>
            <a:avLst/>
            <a:gdLst/>
            <a:ahLst/>
            <a:cxnLst/>
            <a:rect l="l" t="t" r="r" b="b"/>
            <a:pathLst>
              <a:path w="3549007" h="3255080">
                <a:moveTo>
                  <a:pt x="0" y="0"/>
                </a:moveTo>
                <a:lnTo>
                  <a:pt x="3549006" y="0"/>
                </a:lnTo>
                <a:lnTo>
                  <a:pt x="3549006" y="3255080"/>
                </a:lnTo>
                <a:lnTo>
                  <a:pt x="0" y="32550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341897" y="-197916"/>
            <a:ext cx="4683794" cy="4114800"/>
          </a:xfrm>
          <a:custGeom>
            <a:avLst/>
            <a:gdLst/>
            <a:ahLst/>
            <a:cxnLst/>
            <a:rect l="l" t="t" r="r" b="b"/>
            <a:pathLst>
              <a:path w="4683794" h="4114800">
                <a:moveTo>
                  <a:pt x="0" y="0"/>
                </a:moveTo>
                <a:lnTo>
                  <a:pt x="4683794" y="0"/>
                </a:lnTo>
                <a:lnTo>
                  <a:pt x="46837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81695" y="-1394081"/>
            <a:ext cx="2366010" cy="4114800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002275" y="4272047"/>
            <a:ext cx="13257025" cy="5369095"/>
          </a:xfrm>
          <a:custGeom>
            <a:avLst/>
            <a:gdLst/>
            <a:ahLst/>
            <a:cxnLst/>
            <a:rect l="l" t="t" r="r" b="b"/>
            <a:pathLst>
              <a:path w="13257025" h="5369095">
                <a:moveTo>
                  <a:pt x="0" y="0"/>
                </a:moveTo>
                <a:lnTo>
                  <a:pt x="13257025" y="0"/>
                </a:lnTo>
                <a:lnTo>
                  <a:pt x="13257025" y="5369095"/>
                </a:lnTo>
                <a:lnTo>
                  <a:pt x="0" y="53690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002275" y="-2943"/>
            <a:ext cx="12044688" cy="3524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143"/>
              </a:lnSpc>
            </a:pPr>
            <a:r>
              <a:rPr lang="en-US" sz="10102">
                <a:solidFill>
                  <a:srgbClr val="4237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Bad segmentation example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E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2045275" y="6773619"/>
            <a:ext cx="1458698" cy="4135485"/>
          </a:xfrm>
          <a:custGeom>
            <a:avLst/>
            <a:gdLst/>
            <a:ahLst/>
            <a:cxnLst/>
            <a:rect l="l" t="t" r="r" b="b"/>
            <a:pathLst>
              <a:path w="1458698" h="4135485">
                <a:moveTo>
                  <a:pt x="1458699" y="0"/>
                </a:moveTo>
                <a:lnTo>
                  <a:pt x="0" y="0"/>
                </a:lnTo>
                <a:lnTo>
                  <a:pt x="0" y="4135485"/>
                </a:lnTo>
                <a:lnTo>
                  <a:pt x="1458699" y="4135485"/>
                </a:lnTo>
                <a:lnTo>
                  <a:pt x="14586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905937" y="7200900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503731" y="4272047"/>
            <a:ext cx="3549007" cy="3255080"/>
          </a:xfrm>
          <a:custGeom>
            <a:avLst/>
            <a:gdLst/>
            <a:ahLst/>
            <a:cxnLst/>
            <a:rect l="l" t="t" r="r" b="b"/>
            <a:pathLst>
              <a:path w="3549007" h="3255080">
                <a:moveTo>
                  <a:pt x="0" y="0"/>
                </a:moveTo>
                <a:lnTo>
                  <a:pt x="3549006" y="0"/>
                </a:lnTo>
                <a:lnTo>
                  <a:pt x="3549006" y="3255080"/>
                </a:lnTo>
                <a:lnTo>
                  <a:pt x="0" y="32550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341897" y="-197916"/>
            <a:ext cx="4683794" cy="4114800"/>
          </a:xfrm>
          <a:custGeom>
            <a:avLst/>
            <a:gdLst/>
            <a:ahLst/>
            <a:cxnLst/>
            <a:rect l="l" t="t" r="r" b="b"/>
            <a:pathLst>
              <a:path w="4683794" h="4114800">
                <a:moveTo>
                  <a:pt x="0" y="0"/>
                </a:moveTo>
                <a:lnTo>
                  <a:pt x="4683794" y="0"/>
                </a:lnTo>
                <a:lnTo>
                  <a:pt x="46837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81695" y="-1394081"/>
            <a:ext cx="2366010" cy="4114800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109195" y="2225070"/>
            <a:ext cx="8021282" cy="7780644"/>
          </a:xfrm>
          <a:custGeom>
            <a:avLst/>
            <a:gdLst/>
            <a:ahLst/>
            <a:cxnLst/>
            <a:rect l="l" t="t" r="r" b="b"/>
            <a:pathLst>
              <a:path w="8021282" h="7780644">
                <a:moveTo>
                  <a:pt x="0" y="0"/>
                </a:moveTo>
                <a:lnTo>
                  <a:pt x="8021282" y="0"/>
                </a:lnTo>
                <a:lnTo>
                  <a:pt x="8021282" y="7780644"/>
                </a:lnTo>
                <a:lnTo>
                  <a:pt x="0" y="778064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768981" y="200922"/>
            <a:ext cx="15490319" cy="1658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83"/>
              </a:lnSpc>
            </a:pPr>
            <a:r>
              <a:rPr lang="en-US" sz="9702">
                <a:solidFill>
                  <a:srgbClr val="4237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Bifpn Model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E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2045275" y="7271633"/>
            <a:ext cx="1458698" cy="4135485"/>
          </a:xfrm>
          <a:custGeom>
            <a:avLst/>
            <a:gdLst/>
            <a:ahLst/>
            <a:cxnLst/>
            <a:rect l="l" t="t" r="r" b="b"/>
            <a:pathLst>
              <a:path w="1458698" h="4135485">
                <a:moveTo>
                  <a:pt x="1458699" y="0"/>
                </a:moveTo>
                <a:lnTo>
                  <a:pt x="0" y="0"/>
                </a:lnTo>
                <a:lnTo>
                  <a:pt x="0" y="4135485"/>
                </a:lnTo>
                <a:lnTo>
                  <a:pt x="1458699" y="4135485"/>
                </a:lnTo>
                <a:lnTo>
                  <a:pt x="14586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905937" y="7200900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503731" y="4272047"/>
            <a:ext cx="3549007" cy="3255080"/>
          </a:xfrm>
          <a:custGeom>
            <a:avLst/>
            <a:gdLst/>
            <a:ahLst/>
            <a:cxnLst/>
            <a:rect l="l" t="t" r="r" b="b"/>
            <a:pathLst>
              <a:path w="3549007" h="3255080">
                <a:moveTo>
                  <a:pt x="0" y="0"/>
                </a:moveTo>
                <a:lnTo>
                  <a:pt x="3549006" y="0"/>
                </a:lnTo>
                <a:lnTo>
                  <a:pt x="3549006" y="3255080"/>
                </a:lnTo>
                <a:lnTo>
                  <a:pt x="0" y="32550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341897" y="-197916"/>
            <a:ext cx="4683794" cy="4114800"/>
          </a:xfrm>
          <a:custGeom>
            <a:avLst/>
            <a:gdLst/>
            <a:ahLst/>
            <a:cxnLst/>
            <a:rect l="l" t="t" r="r" b="b"/>
            <a:pathLst>
              <a:path w="4683794" h="4114800">
                <a:moveTo>
                  <a:pt x="0" y="0"/>
                </a:moveTo>
                <a:lnTo>
                  <a:pt x="4683794" y="0"/>
                </a:lnTo>
                <a:lnTo>
                  <a:pt x="46837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877161" y="-1028700"/>
            <a:ext cx="2366010" cy="4114800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341897" y="344408"/>
            <a:ext cx="15056136" cy="2868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83"/>
              </a:lnSpc>
            </a:pPr>
            <a:r>
              <a:rPr lang="en-US" sz="8202">
                <a:solidFill>
                  <a:srgbClr val="4237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Evaluation Results of Unet with Bifpn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43340" y="3500399"/>
            <a:ext cx="16044660" cy="5227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02"/>
              </a:lnSpc>
            </a:pPr>
            <a:r>
              <a:rPr lang="en-US" sz="4930">
                <a:solidFill>
                  <a:srgbClr val="4237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Train - mIoU: 0.3824, Dice: 0.4971, Accuracy: 0.8581</a:t>
            </a:r>
          </a:p>
          <a:p>
            <a:pPr algn="l">
              <a:lnSpc>
                <a:spcPts val="6902"/>
              </a:lnSpc>
            </a:pPr>
            <a:endParaRPr lang="en-US" sz="4930">
              <a:solidFill>
                <a:srgbClr val="423734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6902"/>
              </a:lnSpc>
            </a:pPr>
            <a:r>
              <a:rPr lang="en-US" sz="4930">
                <a:solidFill>
                  <a:srgbClr val="4237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Validation - mIoU: 0.3570, Dice: 0.4687, Accuracy: 0.8534</a:t>
            </a:r>
          </a:p>
          <a:p>
            <a:pPr algn="l">
              <a:lnSpc>
                <a:spcPts val="6902"/>
              </a:lnSpc>
            </a:pPr>
            <a:endParaRPr lang="en-US" sz="4930">
              <a:solidFill>
                <a:srgbClr val="423734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6902"/>
              </a:lnSpc>
            </a:pPr>
            <a:r>
              <a:rPr lang="en-US" sz="4930">
                <a:solidFill>
                  <a:srgbClr val="4237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Test - mIoU: 0.3623, Dice: 0.4736, Accuracy: 0.8513</a:t>
            </a:r>
          </a:p>
          <a:p>
            <a:pPr algn="l">
              <a:lnSpc>
                <a:spcPts val="6902"/>
              </a:lnSpc>
              <a:spcBef>
                <a:spcPct val="0"/>
              </a:spcBef>
            </a:pPr>
            <a:endParaRPr lang="en-US" sz="4930">
              <a:solidFill>
                <a:srgbClr val="423734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E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2045275" y="6773619"/>
            <a:ext cx="1458698" cy="4135485"/>
          </a:xfrm>
          <a:custGeom>
            <a:avLst/>
            <a:gdLst/>
            <a:ahLst/>
            <a:cxnLst/>
            <a:rect l="l" t="t" r="r" b="b"/>
            <a:pathLst>
              <a:path w="1458698" h="4135485">
                <a:moveTo>
                  <a:pt x="1458699" y="0"/>
                </a:moveTo>
                <a:lnTo>
                  <a:pt x="0" y="0"/>
                </a:lnTo>
                <a:lnTo>
                  <a:pt x="0" y="4135485"/>
                </a:lnTo>
                <a:lnTo>
                  <a:pt x="1458699" y="4135485"/>
                </a:lnTo>
                <a:lnTo>
                  <a:pt x="14586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905937" y="7200900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503731" y="4272047"/>
            <a:ext cx="3549007" cy="3255080"/>
          </a:xfrm>
          <a:custGeom>
            <a:avLst/>
            <a:gdLst/>
            <a:ahLst/>
            <a:cxnLst/>
            <a:rect l="l" t="t" r="r" b="b"/>
            <a:pathLst>
              <a:path w="3549007" h="3255080">
                <a:moveTo>
                  <a:pt x="0" y="0"/>
                </a:moveTo>
                <a:lnTo>
                  <a:pt x="3549006" y="0"/>
                </a:lnTo>
                <a:lnTo>
                  <a:pt x="3549006" y="3255080"/>
                </a:lnTo>
                <a:lnTo>
                  <a:pt x="0" y="32550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341897" y="-197916"/>
            <a:ext cx="4683794" cy="4114800"/>
          </a:xfrm>
          <a:custGeom>
            <a:avLst/>
            <a:gdLst/>
            <a:ahLst/>
            <a:cxnLst/>
            <a:rect l="l" t="t" r="r" b="b"/>
            <a:pathLst>
              <a:path w="4683794" h="4114800">
                <a:moveTo>
                  <a:pt x="0" y="0"/>
                </a:moveTo>
                <a:lnTo>
                  <a:pt x="4683794" y="0"/>
                </a:lnTo>
                <a:lnTo>
                  <a:pt x="46837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81695" y="-1394081"/>
            <a:ext cx="2366010" cy="4114800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865085" y="4272047"/>
            <a:ext cx="13601373" cy="5032508"/>
          </a:xfrm>
          <a:custGeom>
            <a:avLst/>
            <a:gdLst/>
            <a:ahLst/>
            <a:cxnLst/>
            <a:rect l="l" t="t" r="r" b="b"/>
            <a:pathLst>
              <a:path w="13601373" h="5032508">
                <a:moveTo>
                  <a:pt x="0" y="0"/>
                </a:moveTo>
                <a:lnTo>
                  <a:pt x="13601373" y="0"/>
                </a:lnTo>
                <a:lnTo>
                  <a:pt x="13601373" y="5032508"/>
                </a:lnTo>
                <a:lnTo>
                  <a:pt x="0" y="503250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865085" y="501394"/>
            <a:ext cx="12044688" cy="2884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23"/>
              </a:lnSpc>
            </a:pPr>
            <a:r>
              <a:rPr lang="en-US" sz="8302">
                <a:solidFill>
                  <a:srgbClr val="4237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Good segmentation examples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E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2045275" y="6773619"/>
            <a:ext cx="1458698" cy="4135485"/>
          </a:xfrm>
          <a:custGeom>
            <a:avLst/>
            <a:gdLst/>
            <a:ahLst/>
            <a:cxnLst/>
            <a:rect l="l" t="t" r="r" b="b"/>
            <a:pathLst>
              <a:path w="1458698" h="4135485">
                <a:moveTo>
                  <a:pt x="1458699" y="0"/>
                </a:moveTo>
                <a:lnTo>
                  <a:pt x="0" y="0"/>
                </a:lnTo>
                <a:lnTo>
                  <a:pt x="0" y="4135485"/>
                </a:lnTo>
                <a:lnTo>
                  <a:pt x="1458699" y="4135485"/>
                </a:lnTo>
                <a:lnTo>
                  <a:pt x="14586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905937" y="7200900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503731" y="4272047"/>
            <a:ext cx="3549007" cy="3255080"/>
          </a:xfrm>
          <a:custGeom>
            <a:avLst/>
            <a:gdLst/>
            <a:ahLst/>
            <a:cxnLst/>
            <a:rect l="l" t="t" r="r" b="b"/>
            <a:pathLst>
              <a:path w="3549007" h="3255080">
                <a:moveTo>
                  <a:pt x="0" y="0"/>
                </a:moveTo>
                <a:lnTo>
                  <a:pt x="3549006" y="0"/>
                </a:lnTo>
                <a:lnTo>
                  <a:pt x="3549006" y="3255080"/>
                </a:lnTo>
                <a:lnTo>
                  <a:pt x="0" y="32550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341897" y="-197916"/>
            <a:ext cx="4683794" cy="4114800"/>
          </a:xfrm>
          <a:custGeom>
            <a:avLst/>
            <a:gdLst/>
            <a:ahLst/>
            <a:cxnLst/>
            <a:rect l="l" t="t" r="r" b="b"/>
            <a:pathLst>
              <a:path w="4683794" h="4114800">
                <a:moveTo>
                  <a:pt x="0" y="0"/>
                </a:moveTo>
                <a:lnTo>
                  <a:pt x="4683794" y="0"/>
                </a:lnTo>
                <a:lnTo>
                  <a:pt x="46837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81695" y="-1394081"/>
            <a:ext cx="2366010" cy="4114800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002275" y="3916884"/>
            <a:ext cx="13257025" cy="5534808"/>
          </a:xfrm>
          <a:custGeom>
            <a:avLst/>
            <a:gdLst/>
            <a:ahLst/>
            <a:cxnLst/>
            <a:rect l="l" t="t" r="r" b="b"/>
            <a:pathLst>
              <a:path w="13257025" h="5534808">
                <a:moveTo>
                  <a:pt x="0" y="0"/>
                </a:moveTo>
                <a:lnTo>
                  <a:pt x="13257025" y="0"/>
                </a:lnTo>
                <a:lnTo>
                  <a:pt x="13257025" y="5534808"/>
                </a:lnTo>
                <a:lnTo>
                  <a:pt x="0" y="553480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002275" y="-2943"/>
            <a:ext cx="12044688" cy="3524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143"/>
              </a:lnSpc>
            </a:pPr>
            <a:r>
              <a:rPr lang="en-US" sz="10102">
                <a:solidFill>
                  <a:srgbClr val="4237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Bad segmentation example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E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2045275" y="6773619"/>
            <a:ext cx="1458698" cy="4135485"/>
          </a:xfrm>
          <a:custGeom>
            <a:avLst/>
            <a:gdLst/>
            <a:ahLst/>
            <a:cxnLst/>
            <a:rect l="l" t="t" r="r" b="b"/>
            <a:pathLst>
              <a:path w="1458698" h="4135485">
                <a:moveTo>
                  <a:pt x="1458699" y="0"/>
                </a:moveTo>
                <a:lnTo>
                  <a:pt x="0" y="0"/>
                </a:lnTo>
                <a:lnTo>
                  <a:pt x="0" y="4135485"/>
                </a:lnTo>
                <a:lnTo>
                  <a:pt x="1458699" y="4135485"/>
                </a:lnTo>
                <a:lnTo>
                  <a:pt x="14586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905937" y="7200900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503731" y="4272047"/>
            <a:ext cx="3549007" cy="3255080"/>
          </a:xfrm>
          <a:custGeom>
            <a:avLst/>
            <a:gdLst/>
            <a:ahLst/>
            <a:cxnLst/>
            <a:rect l="l" t="t" r="r" b="b"/>
            <a:pathLst>
              <a:path w="3549007" h="3255080">
                <a:moveTo>
                  <a:pt x="0" y="0"/>
                </a:moveTo>
                <a:lnTo>
                  <a:pt x="3549006" y="0"/>
                </a:lnTo>
                <a:lnTo>
                  <a:pt x="3549006" y="3255080"/>
                </a:lnTo>
                <a:lnTo>
                  <a:pt x="0" y="32550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341897" y="1028700"/>
            <a:ext cx="4683794" cy="4114800"/>
          </a:xfrm>
          <a:custGeom>
            <a:avLst/>
            <a:gdLst/>
            <a:ahLst/>
            <a:cxnLst/>
            <a:rect l="l" t="t" r="r" b="b"/>
            <a:pathLst>
              <a:path w="4683794" h="4114800">
                <a:moveTo>
                  <a:pt x="0" y="0"/>
                </a:moveTo>
                <a:lnTo>
                  <a:pt x="4683794" y="0"/>
                </a:lnTo>
                <a:lnTo>
                  <a:pt x="46837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104995" y="157247"/>
            <a:ext cx="2366010" cy="4114800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899773" y="3984736"/>
            <a:ext cx="14598102" cy="5273564"/>
          </a:xfrm>
          <a:custGeom>
            <a:avLst/>
            <a:gdLst/>
            <a:ahLst/>
            <a:cxnLst/>
            <a:rect l="l" t="t" r="r" b="b"/>
            <a:pathLst>
              <a:path w="14598102" h="5273564">
                <a:moveTo>
                  <a:pt x="0" y="0"/>
                </a:moveTo>
                <a:lnTo>
                  <a:pt x="14598101" y="0"/>
                </a:lnTo>
                <a:lnTo>
                  <a:pt x="14598101" y="5273564"/>
                </a:lnTo>
                <a:lnTo>
                  <a:pt x="0" y="527356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722374" y="699570"/>
            <a:ext cx="16952899" cy="2868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83"/>
              </a:lnSpc>
            </a:pPr>
            <a:r>
              <a:rPr lang="en-US" sz="8202">
                <a:solidFill>
                  <a:srgbClr val="4237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Output comparison between both model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E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47583" y="3275455"/>
            <a:ext cx="14792835" cy="424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21"/>
              </a:lnSpc>
            </a:pPr>
            <a:r>
              <a:rPr lang="en-US" sz="17801">
                <a:solidFill>
                  <a:srgbClr val="4237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Thank</a:t>
            </a:r>
          </a:p>
          <a:p>
            <a:pPr algn="ctr">
              <a:lnSpc>
                <a:spcPts val="16021"/>
              </a:lnSpc>
            </a:pPr>
            <a:r>
              <a:rPr lang="en-US" sz="17801">
                <a:solidFill>
                  <a:srgbClr val="4237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You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2762974" y="7991533"/>
            <a:ext cx="1458698" cy="4135485"/>
          </a:xfrm>
          <a:custGeom>
            <a:avLst/>
            <a:gdLst/>
            <a:ahLst/>
            <a:cxnLst/>
            <a:rect l="l" t="t" r="r" b="b"/>
            <a:pathLst>
              <a:path w="1458698" h="4135485">
                <a:moveTo>
                  <a:pt x="1458699" y="0"/>
                </a:moveTo>
                <a:lnTo>
                  <a:pt x="0" y="0"/>
                </a:lnTo>
                <a:lnTo>
                  <a:pt x="0" y="4135484"/>
                </a:lnTo>
                <a:lnTo>
                  <a:pt x="1458699" y="4135484"/>
                </a:lnTo>
                <a:lnTo>
                  <a:pt x="14586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905937" y="7200900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702591" flipV="1">
            <a:off x="-2156185" y="5098488"/>
            <a:ext cx="3549007" cy="3255080"/>
          </a:xfrm>
          <a:custGeom>
            <a:avLst/>
            <a:gdLst/>
            <a:ahLst/>
            <a:cxnLst/>
            <a:rect l="l" t="t" r="r" b="b"/>
            <a:pathLst>
              <a:path w="3549007" h="3255080">
                <a:moveTo>
                  <a:pt x="0" y="3255080"/>
                </a:moveTo>
                <a:lnTo>
                  <a:pt x="3549007" y="3255080"/>
                </a:lnTo>
                <a:lnTo>
                  <a:pt x="3549007" y="0"/>
                </a:lnTo>
                <a:lnTo>
                  <a:pt x="0" y="0"/>
                </a:lnTo>
                <a:lnTo>
                  <a:pt x="0" y="325508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768689" y="-1352055"/>
            <a:ext cx="2366010" cy="4114800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018448">
            <a:off x="13099502" y="-2438006"/>
            <a:ext cx="4683794" cy="4114800"/>
          </a:xfrm>
          <a:custGeom>
            <a:avLst/>
            <a:gdLst/>
            <a:ahLst/>
            <a:cxnLst/>
            <a:rect l="l" t="t" r="r" b="b"/>
            <a:pathLst>
              <a:path w="4683794" h="4114800">
                <a:moveTo>
                  <a:pt x="0" y="0"/>
                </a:moveTo>
                <a:lnTo>
                  <a:pt x="4683795" y="0"/>
                </a:lnTo>
                <a:lnTo>
                  <a:pt x="46837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2343022" flipH="1" flipV="1">
            <a:off x="17680160" y="702888"/>
            <a:ext cx="1458698" cy="4135485"/>
          </a:xfrm>
          <a:custGeom>
            <a:avLst/>
            <a:gdLst/>
            <a:ahLst/>
            <a:cxnLst/>
            <a:rect l="l" t="t" r="r" b="b"/>
            <a:pathLst>
              <a:path w="1458698" h="4135485">
                <a:moveTo>
                  <a:pt x="1458698" y="4135485"/>
                </a:moveTo>
                <a:lnTo>
                  <a:pt x="0" y="4135485"/>
                </a:lnTo>
                <a:lnTo>
                  <a:pt x="0" y="0"/>
                </a:lnTo>
                <a:lnTo>
                  <a:pt x="1458698" y="0"/>
                </a:lnTo>
                <a:lnTo>
                  <a:pt x="1458698" y="413548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130</Words>
  <Application>Microsoft Office PowerPoint</Application>
  <PresentationFormat>Custom</PresentationFormat>
  <Paragraphs>28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Baloo</vt:lpstr>
      <vt:lpstr>Archivo Black</vt:lpstr>
      <vt:lpstr>DM Serif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 a subheading</dc:title>
  <cp:lastModifiedBy>MD. Mustafizur Rahman</cp:lastModifiedBy>
  <cp:revision>3</cp:revision>
  <dcterms:created xsi:type="dcterms:W3CDTF">2006-08-16T00:00:00Z</dcterms:created>
  <dcterms:modified xsi:type="dcterms:W3CDTF">2026-03-23T22:44:08Z</dcterms:modified>
  <dc:identifier>DAGbVnKP3zE</dc:identifier>
</cp:coreProperties>
</file>